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432696"/>
            <a:ext cx="685800" cy="371475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00200" y="4432696"/>
            <a:ext cx="1304925" cy="371475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57525" y="4432696"/>
            <a:ext cx="942975" cy="371475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52900" y="4432696"/>
            <a:ext cx="876300" cy="371475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0"/>
            <a:ext cx="64008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053679"/>
            <a:ext cx="91210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Inter"/>
              </a:rPr>
              <a:t>VERSION </a:t>
            </a:r>
            <a:r>
              <a:rPr sz="1350" b="1" i="0" u="none" dirty="0" smtClean="0">
                <a:solidFill>
                  <a:srgbClr val="38BDF8"/>
                </a:solidFill>
                <a:latin typeface="Inter"/>
              </a:rPr>
              <a:t>1 </a:t>
            </a:r>
            <a:endParaRPr sz="135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482304"/>
            <a:ext cx="5600700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VenueVista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81375"/>
            <a:ext cx="3905250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EventPro Ticketing &amp; Venue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08896"/>
            <a:ext cx="476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2E8F0"/>
                </a:solidFill>
                <a:latin typeface="Space Grotesk"/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4508896"/>
            <a:ext cx="10953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2E8F0"/>
                </a:solidFill>
                <a:latin typeface="Space Grotesk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925" y="4508896"/>
            <a:ext cx="733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2E8F0"/>
                </a:solidFill>
                <a:latin typeface="Space Grotesk"/>
              </a:rPr>
              <a:t>Angular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4508896"/>
            <a:ext cx="666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2E8F0"/>
                </a:solidFill>
                <a:latin typeface="Space Grotesk"/>
              </a:rP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490" y="5299788"/>
            <a:ext cx="3698810" cy="1292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38BDF8"/>
                </a:solidFill>
                <a:latin typeface="Inter"/>
              </a:rPr>
              <a:t>Presented By:</a:t>
            </a:r>
          </a:p>
          <a:p>
            <a:endParaRPr lang="en-US" sz="1200" b="1" dirty="0">
              <a:solidFill>
                <a:srgbClr val="38BDF8"/>
              </a:solidFill>
              <a:latin typeface="Inter"/>
            </a:endParaRPr>
          </a:p>
          <a:p>
            <a:r>
              <a:rPr lang="en-US" sz="1200" dirty="0" smtClean="0">
                <a:latin typeface="Inter"/>
              </a:rPr>
              <a:t>Aniket Chaudhary</a:t>
            </a:r>
          </a:p>
          <a:p>
            <a:r>
              <a:rPr lang="en-US" sz="1200" dirty="0" smtClean="0">
                <a:latin typeface="Inter"/>
              </a:rPr>
              <a:t>2400320100190</a:t>
            </a:r>
          </a:p>
          <a:p>
            <a:r>
              <a:rPr lang="en-US" sz="1200" dirty="0" smtClean="0">
                <a:latin typeface="Inter"/>
              </a:rPr>
              <a:t>Problem ID: P_014 </a:t>
            </a:r>
            <a:endParaRPr lang="en-US" sz="1200" dirty="0">
              <a:latin typeface="Inter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90662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90662"/>
            <a:ext cx="2857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86037"/>
            <a:ext cx="2095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90937"/>
            <a:ext cx="2095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95837"/>
            <a:ext cx="2095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586037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690937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795837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1452562"/>
            <a:ext cx="6000750" cy="485775"/>
          </a:xfrm>
          <a:prstGeom prst="rect">
            <a:avLst/>
          </a:prstGeom>
          <a:noFill/>
        </p:spPr>
        <p:txBody>
          <a:bodyPr wrap="none" lIns="53340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52562"/>
            <a:ext cx="5334000" cy="485775"/>
          </a:xfrm>
          <a:prstGeom prst="rect">
            <a:avLst/>
          </a:prstGeom>
          <a:noFill/>
        </p:spPr>
        <p:txBody>
          <a:bodyPr wrap="none" lIns="43815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VenueVista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2547937"/>
            <a:ext cx="328791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Manual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2967037"/>
            <a:ext cx="3131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High risk of booking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3652837"/>
            <a:ext cx="357544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Fragmented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071937"/>
            <a:ext cx="3405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Difficult event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4757737"/>
            <a:ext cx="277534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Poor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5176837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Limited sales analytics.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725" y="2547937"/>
            <a:ext cx="331291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Centralized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725" y="2967037"/>
            <a:ext cx="31551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Unified event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725" y="3652837"/>
            <a:ext cx="311288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Visual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725" y="4071937"/>
            <a:ext cx="29646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Interactive seating charts.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725" y="4757737"/>
            <a:ext cx="327540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Real-Time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725" y="5176837"/>
            <a:ext cx="3119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Automated seat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2737"/>
            <a:ext cx="33528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38437"/>
            <a:ext cx="3352800" cy="31242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3528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309937"/>
            <a:ext cx="24384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195637"/>
            <a:ext cx="24384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309937"/>
            <a:ext cx="24384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Space Grotesk"/>
              </a:rPr>
              <a:t>Technology Stack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1495425"/>
            <a:ext cx="12763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Inter"/>
              </a:rPr>
              <a:t>Layered MVP prototype designed for seamless scaling.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4337"/>
            <a:ext cx="320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7737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Angular and TypeScript.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62537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Responsive event UI.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4110037"/>
            <a:ext cx="320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43437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Java Spring Boot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48237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Layered MVC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400" y="4224337"/>
            <a:ext cx="320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7737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MySQL Relational DB.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62537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Future Oracle migration.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433512"/>
            <a:ext cx="840105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Version 1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2413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Event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2418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Full CRUD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2413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Venue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2418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Manage capacity layouts.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0998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Seat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1003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Live availability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70998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User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11003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Browse active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79583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Smart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19588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Visual seat selection.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795837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Space Grotesk"/>
              </a:rPr>
              <a:t>Basic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195887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Track bookings and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933950"/>
            <a:ext cx="10668000" cy="1162050"/>
          </a:xfrm>
          <a:prstGeom prst="roundRect">
            <a:avLst>
              <a:gd name="adj" fmla="val 983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171700" y="2428875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38600" y="2428875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05500" y="2428875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0" y="2428875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39300" y="2428875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858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527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196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865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534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20350" y="21050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324475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285750" y="762000"/>
            <a:ext cx="127635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Space Grotesk"/>
              </a:rPr>
              <a:t>System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250" y="5238750"/>
            <a:ext cx="90678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730A3"/>
                </a:solidFill>
                <a:latin typeface="Inter"/>
              </a:rPr>
              <a:t>System checks availability → calculates totals → completes booking → marks unavailable.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640" y="3019425"/>
            <a:ext cx="175021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Create 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98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3042" y="3019425"/>
            <a:ext cx="17252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Create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67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8FAFC"/>
                </a:solidFill>
                <a:latin typeface="Space Grotes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458" y="3019425"/>
            <a:ext cx="147018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View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8FAFC"/>
                </a:solidFill>
                <a:latin typeface="Space Grotes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845" y="3019425"/>
            <a:ext cx="16752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Select Seats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05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8FAFC"/>
                </a:solidFill>
                <a:latin typeface="Space Grotes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6278" y="3019425"/>
            <a:ext cx="114014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Confirm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7475" y="2105025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Space Grotesk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3158" y="3019425"/>
            <a:ext cx="14601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Lock Seats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82416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300412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776662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252912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729162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824162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300412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776662"/>
            <a:ext cx="2000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4252912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4729162"/>
            <a:ext cx="2000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62400" y="1881187"/>
            <a:ext cx="440055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V1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1881187"/>
            <a:ext cx="41148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563EB"/>
                </a:solidFill>
                <a:latin typeface="Space Grotesk"/>
              </a:rPr>
              <a:t>Future</a:t>
            </a:r>
            <a:r>
              <a:rPr sz="3000" b="1" i="0" u="none">
                <a:solidFill>
                  <a:srgbClr val="0F172A"/>
                </a:solidFill>
                <a:latin typeface="Space Grotesk"/>
              </a:rPr>
              <a:t>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4825" y="282416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Event &amp; Venue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4825" y="330041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Seat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4825" y="377666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Booking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4825" y="425291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4825" y="472916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Angular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625" y="2824162"/>
            <a:ext cx="37623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Role-Based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9625" y="3300412"/>
            <a:ext cx="37623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Online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9625" y="3776662"/>
            <a:ext cx="37623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QR-Code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9625" y="4252912"/>
            <a:ext cx="37623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Cloud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9625" y="4729162"/>
            <a:ext cx="3762375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Oracle DB Migration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52537"/>
            <a:ext cx="2607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www.archiexpo.com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33600"/>
            <a:ext cx="2667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62262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216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Aniket Chaudhary</cp:lastModifiedBy>
  <cp:revision>4</cp:revision>
  <dcterms:created xsi:type="dcterms:W3CDTF">2013-01-27T09:14:16Z</dcterms:created>
  <dcterms:modified xsi:type="dcterms:W3CDTF">2026-10-01T07:59:04Z</dcterms:modified>
  <cp:category/>
</cp:coreProperties>
</file>